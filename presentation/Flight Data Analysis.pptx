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78" r:id="rId5"/>
    <p:sldId id="27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0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8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7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9E4050B5-FF32-49CD-97F0-6F2B79EA4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shboard 2">
            <a:extLst>
              <a:ext uri="{FF2B5EF4-FFF2-40B4-BE49-F238E27FC236}">
                <a16:creationId xmlns:a16="http://schemas.microsoft.com/office/drawing/2014/main" id="{1215F4C9-7D91-4F2E-B260-8B22202C1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Dashboard 3">
            <a:extLst>
              <a:ext uri="{FF2B5EF4-FFF2-40B4-BE49-F238E27FC236}">
                <a16:creationId xmlns:a16="http://schemas.microsoft.com/office/drawing/2014/main" id="{17D612CE-0B67-4B50-A0C7-9F5E66076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slide23" descr="Dashboard 3.1">
            <a:extLst>
              <a:ext uri="{FF2B5EF4-FFF2-40B4-BE49-F238E27FC236}">
                <a16:creationId xmlns:a16="http://schemas.microsoft.com/office/drawing/2014/main" id="{495B6FE8-B667-4E39-AF9A-C0C91444A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90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slide24" descr="Dashboard 3.2">
            <a:extLst>
              <a:ext uri="{FF2B5EF4-FFF2-40B4-BE49-F238E27FC236}">
                <a16:creationId xmlns:a16="http://schemas.microsoft.com/office/drawing/2014/main" id="{AAEFD998-B22D-4467-A1DA-3797EFB88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98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Dashboard 4">
            <a:extLst>
              <a:ext uri="{FF2B5EF4-FFF2-40B4-BE49-F238E27FC236}">
                <a16:creationId xmlns:a16="http://schemas.microsoft.com/office/drawing/2014/main" id="{CD58A0AA-1BC4-417B-88E8-1DC69549A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Dashboard 5">
            <a:extLst>
              <a:ext uri="{FF2B5EF4-FFF2-40B4-BE49-F238E27FC236}">
                <a16:creationId xmlns:a16="http://schemas.microsoft.com/office/drawing/2014/main" id="{A8D7EC6D-E0CA-4A6F-B541-AEB02D028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Dashboard 6">
            <a:extLst>
              <a:ext uri="{FF2B5EF4-FFF2-40B4-BE49-F238E27FC236}">
                <a16:creationId xmlns:a16="http://schemas.microsoft.com/office/drawing/2014/main" id="{860B515F-9D7D-44A4-9CD4-C8C16AB98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Dashboard 7">
            <a:extLst>
              <a:ext uri="{FF2B5EF4-FFF2-40B4-BE49-F238E27FC236}">
                <a16:creationId xmlns:a16="http://schemas.microsoft.com/office/drawing/2014/main" id="{7DAD40A1-19B7-4FE0-9B56-3198C7B38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Dashboard 8">
            <a:extLst>
              <a:ext uri="{FF2B5EF4-FFF2-40B4-BE49-F238E27FC236}">
                <a16:creationId xmlns:a16="http://schemas.microsoft.com/office/drawing/2014/main" id="{7775A76C-EF6F-4933-A586-D7216D431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Dashboard 9">
            <a:extLst>
              <a:ext uri="{FF2B5EF4-FFF2-40B4-BE49-F238E27FC236}">
                <a16:creationId xmlns:a16="http://schemas.microsoft.com/office/drawing/2014/main" id="{57F7D365-D4B5-41FB-AF35-19CED9993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Dashboard 10">
            <a:extLst>
              <a:ext uri="{FF2B5EF4-FFF2-40B4-BE49-F238E27FC236}">
                <a16:creationId xmlns:a16="http://schemas.microsoft.com/office/drawing/2014/main" id="{3F599556-9E51-4241-B3BF-50F389BD11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Dashboard 11">
            <a:extLst>
              <a:ext uri="{FF2B5EF4-FFF2-40B4-BE49-F238E27FC236}">
                <a16:creationId xmlns:a16="http://schemas.microsoft.com/office/drawing/2014/main" id="{690C5DD8-9CEA-4D6A-B5A1-FB143CDCF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Dashboard 12">
            <a:extLst>
              <a:ext uri="{FF2B5EF4-FFF2-40B4-BE49-F238E27FC236}">
                <a16:creationId xmlns:a16="http://schemas.microsoft.com/office/drawing/2014/main" id="{5EB1E22D-4873-4D8D-82A3-BAE7318C9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Dashboard 13">
            <a:extLst>
              <a:ext uri="{FF2B5EF4-FFF2-40B4-BE49-F238E27FC236}">
                <a16:creationId xmlns:a16="http://schemas.microsoft.com/office/drawing/2014/main" id="{C13B6C40-0D83-4055-B8E3-146DEA75A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slide25" descr="Dashboard 13.1">
            <a:extLst>
              <a:ext uri="{FF2B5EF4-FFF2-40B4-BE49-F238E27FC236}">
                <a16:creationId xmlns:a16="http://schemas.microsoft.com/office/drawing/2014/main" id="{838D13CE-DD0D-4C6F-B764-FCCAFBB7C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70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Dashboard 14">
            <a:extLst>
              <a:ext uri="{FF2B5EF4-FFF2-40B4-BE49-F238E27FC236}">
                <a16:creationId xmlns:a16="http://schemas.microsoft.com/office/drawing/2014/main" id="{4E31FD77-3785-4417-AD48-A8CD34877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Dashboard 15">
            <a:extLst>
              <a:ext uri="{FF2B5EF4-FFF2-40B4-BE49-F238E27FC236}">
                <a16:creationId xmlns:a16="http://schemas.microsoft.com/office/drawing/2014/main" id="{5E604F81-9D5C-4115-901A-5503E30CA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7" descr="Dashboard 16">
            <a:extLst>
              <a:ext uri="{FF2B5EF4-FFF2-40B4-BE49-F238E27FC236}">
                <a16:creationId xmlns:a16="http://schemas.microsoft.com/office/drawing/2014/main" id="{C902D434-B729-405A-9BD3-CCC8F4326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lide18" descr="Dashboard 17">
            <a:extLst>
              <a:ext uri="{FF2B5EF4-FFF2-40B4-BE49-F238E27FC236}">
                <a16:creationId xmlns:a16="http://schemas.microsoft.com/office/drawing/2014/main" id="{7CC8C508-A3D3-4A92-B854-ACEC6FF18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lide19" descr="Dashboard 18">
            <a:extLst>
              <a:ext uri="{FF2B5EF4-FFF2-40B4-BE49-F238E27FC236}">
                <a16:creationId xmlns:a16="http://schemas.microsoft.com/office/drawing/2014/main" id="{99979355-0CC4-438C-8128-E31529961F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lide20" descr="Dashboard 19">
            <a:extLst>
              <a:ext uri="{FF2B5EF4-FFF2-40B4-BE49-F238E27FC236}">
                <a16:creationId xmlns:a16="http://schemas.microsoft.com/office/drawing/2014/main" id="{6758ADEF-7140-4009-9E5D-43CEBBB06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slide21" descr="Dashboard 20">
            <a:extLst>
              <a:ext uri="{FF2B5EF4-FFF2-40B4-BE49-F238E27FC236}">
                <a16:creationId xmlns:a16="http://schemas.microsoft.com/office/drawing/2014/main" id="{CE2647FF-0770-459C-86AC-C06C37DB4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slide22" descr="Dashboard 21">
            <a:extLst>
              <a:ext uri="{FF2B5EF4-FFF2-40B4-BE49-F238E27FC236}">
                <a16:creationId xmlns:a16="http://schemas.microsoft.com/office/drawing/2014/main" id="{4738C1CD-CD16-43C1-BC51-D9DCE5F6F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50" y="0"/>
            <a:ext cx="10219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臻哲 包</cp:lastModifiedBy>
  <cp:revision>2</cp:revision>
  <dcterms:created xsi:type="dcterms:W3CDTF">2026-08-28T22:13:27Z</dcterms:created>
  <dcterms:modified xsi:type="dcterms:W3CDTF">2026-08-28T22:14:43Z</dcterms:modified>
</cp:coreProperties>
</file>