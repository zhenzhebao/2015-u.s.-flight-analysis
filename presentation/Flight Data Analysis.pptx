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Dashboard 1">
            <a:extLst>
              <a:ext uri="{FF2B5EF4-FFF2-40B4-BE49-F238E27FC236}">
                <a16:creationId xmlns:a16="http://schemas.microsoft.com/office/drawing/2014/main" id="{9A16AE0A-C79B-4F5A-A317-102AC38041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de3" descr="Dashboard 2">
            <a:extLst>
              <a:ext uri="{FF2B5EF4-FFF2-40B4-BE49-F238E27FC236}">
                <a16:creationId xmlns:a16="http://schemas.microsoft.com/office/drawing/2014/main" id="{94D732B8-3E56-4A99-B069-275EBAFC8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4" descr="Dashboard 3">
            <a:extLst>
              <a:ext uri="{FF2B5EF4-FFF2-40B4-BE49-F238E27FC236}">
                <a16:creationId xmlns:a16="http://schemas.microsoft.com/office/drawing/2014/main" id="{6CCF3A40-6486-4F20-9137-B9E4595C93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de5" descr="Dashboard 3.1">
            <a:extLst>
              <a:ext uri="{FF2B5EF4-FFF2-40B4-BE49-F238E27FC236}">
                <a16:creationId xmlns:a16="http://schemas.microsoft.com/office/drawing/2014/main" id="{163AFE80-846B-45F3-9DDB-F8E66A5F01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de6" descr="Dashboard 3.2">
            <a:extLst>
              <a:ext uri="{FF2B5EF4-FFF2-40B4-BE49-F238E27FC236}">
                <a16:creationId xmlns:a16="http://schemas.microsoft.com/office/drawing/2014/main" id="{C9FDF6D9-6D53-40AF-B317-F3DC2684D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de7" descr="Dashboard 4">
            <a:extLst>
              <a:ext uri="{FF2B5EF4-FFF2-40B4-BE49-F238E27FC236}">
                <a16:creationId xmlns:a16="http://schemas.microsoft.com/office/drawing/2014/main" id="{8DDC0C2B-E8F6-408A-A102-132149A8DD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de8" descr="Dashboard 5">
            <a:extLst>
              <a:ext uri="{FF2B5EF4-FFF2-40B4-BE49-F238E27FC236}">
                <a16:creationId xmlns:a16="http://schemas.microsoft.com/office/drawing/2014/main" id="{D3B67323-CF9A-4873-B1EA-7EA8B66A0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de9" descr="Dashboard 6">
            <a:extLst>
              <a:ext uri="{FF2B5EF4-FFF2-40B4-BE49-F238E27FC236}">
                <a16:creationId xmlns:a16="http://schemas.microsoft.com/office/drawing/2014/main" id="{023005D5-0F99-4682-A94E-E2059D6D5A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de10" descr="Dashboard 7">
            <a:extLst>
              <a:ext uri="{FF2B5EF4-FFF2-40B4-BE49-F238E27FC236}">
                <a16:creationId xmlns:a16="http://schemas.microsoft.com/office/drawing/2014/main" id="{B9B6FDA6-784E-46F2-9F65-1DEAF8BC5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lide11" descr="Dashboard 8">
            <a:extLst>
              <a:ext uri="{FF2B5EF4-FFF2-40B4-BE49-F238E27FC236}">
                <a16:creationId xmlns:a16="http://schemas.microsoft.com/office/drawing/2014/main" id="{C70A9569-4080-44B9-9368-BD6E77F7A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slide12" descr="Dashboard 9">
            <a:extLst>
              <a:ext uri="{FF2B5EF4-FFF2-40B4-BE49-F238E27FC236}">
                <a16:creationId xmlns:a16="http://schemas.microsoft.com/office/drawing/2014/main" id="{D6DDA2D9-1178-4A0F-A013-B8E4689F72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lide13" descr="Dashboard 10">
            <a:extLst>
              <a:ext uri="{FF2B5EF4-FFF2-40B4-BE49-F238E27FC236}">
                <a16:creationId xmlns:a16="http://schemas.microsoft.com/office/drawing/2014/main" id="{4E7E0ECD-083E-4F18-BDC8-A33A77990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de14" descr="Dashboard 11">
            <a:extLst>
              <a:ext uri="{FF2B5EF4-FFF2-40B4-BE49-F238E27FC236}">
                <a16:creationId xmlns:a16="http://schemas.microsoft.com/office/drawing/2014/main" id="{EAAA86C5-0F73-4814-BB55-ED6AEAE257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slide15" descr="Dashboard 12">
            <a:extLst>
              <a:ext uri="{FF2B5EF4-FFF2-40B4-BE49-F238E27FC236}">
                <a16:creationId xmlns:a16="http://schemas.microsoft.com/office/drawing/2014/main" id="{FA95FB20-9AC8-4ABD-B34F-7B99D3F0E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slide16" descr="Dashboard 13">
            <a:extLst>
              <a:ext uri="{FF2B5EF4-FFF2-40B4-BE49-F238E27FC236}">
                <a16:creationId xmlns:a16="http://schemas.microsoft.com/office/drawing/2014/main" id="{FF3420B2-BE06-4FD2-9D10-F3F4166CA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slide17" descr="Dashboard 13.1">
            <a:extLst>
              <a:ext uri="{FF2B5EF4-FFF2-40B4-BE49-F238E27FC236}">
                <a16:creationId xmlns:a16="http://schemas.microsoft.com/office/drawing/2014/main" id="{C2F0EB43-2778-42AF-A6A9-1A66958B8F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slide18" descr="Dashboard 14">
            <a:extLst>
              <a:ext uri="{FF2B5EF4-FFF2-40B4-BE49-F238E27FC236}">
                <a16:creationId xmlns:a16="http://schemas.microsoft.com/office/drawing/2014/main" id="{8DEE9CF5-5C30-4BE6-ADCF-A9DA95F3BF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slide19" descr="Dashboard 15">
            <a:extLst>
              <a:ext uri="{FF2B5EF4-FFF2-40B4-BE49-F238E27FC236}">
                <a16:creationId xmlns:a16="http://schemas.microsoft.com/office/drawing/2014/main" id="{D50A6299-FE28-4768-B91B-BE7E0A92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slide20" descr="Dashboard 16">
            <a:extLst>
              <a:ext uri="{FF2B5EF4-FFF2-40B4-BE49-F238E27FC236}">
                <a16:creationId xmlns:a16="http://schemas.microsoft.com/office/drawing/2014/main" id="{A3D10BDD-5C94-4213-AC9A-1B820379D2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slide21" descr="Dashboard 17">
            <a:extLst>
              <a:ext uri="{FF2B5EF4-FFF2-40B4-BE49-F238E27FC236}">
                <a16:creationId xmlns:a16="http://schemas.microsoft.com/office/drawing/2014/main" id="{97FFD097-9C57-4D4C-815A-A05AD1601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slide22" descr="Dashboard 18">
            <a:extLst>
              <a:ext uri="{FF2B5EF4-FFF2-40B4-BE49-F238E27FC236}">
                <a16:creationId xmlns:a16="http://schemas.microsoft.com/office/drawing/2014/main" id="{47881C78-A1FE-4829-A4BD-46829849EB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slide23" descr="Dashboard 19">
            <a:extLst>
              <a:ext uri="{FF2B5EF4-FFF2-40B4-BE49-F238E27FC236}">
                <a16:creationId xmlns:a16="http://schemas.microsoft.com/office/drawing/2014/main" id="{EC8F2D98-2C0F-4234-9EE2-B625A7F750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slide24" descr="Dashboard 20">
            <a:extLst>
              <a:ext uri="{FF2B5EF4-FFF2-40B4-BE49-F238E27FC236}">
                <a16:creationId xmlns:a16="http://schemas.microsoft.com/office/drawing/2014/main" id="{84CE5196-F5CD-47B2-B417-1C9C8F21A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slide25" descr="Dashboard 21">
            <a:extLst>
              <a:ext uri="{FF2B5EF4-FFF2-40B4-BE49-F238E27FC236}">
                <a16:creationId xmlns:a16="http://schemas.microsoft.com/office/drawing/2014/main" id="{499EC112-8D49-4721-BBCD-C80786063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slide26" descr="Dashboard 22">
            <a:extLst>
              <a:ext uri="{FF2B5EF4-FFF2-40B4-BE49-F238E27FC236}">
                <a16:creationId xmlns:a16="http://schemas.microsoft.com/office/drawing/2014/main" id="{02EF7650-1AD8-40D4-9A31-CE00416A5F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slide27" descr="Dashboard 23">
            <a:extLst>
              <a:ext uri="{FF2B5EF4-FFF2-40B4-BE49-F238E27FC236}">
                <a16:creationId xmlns:a16="http://schemas.microsoft.com/office/drawing/2014/main" id="{CABE860E-954D-4CBB-865D-9C78EB716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75" y="0"/>
            <a:ext cx="11841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臻哲 包</cp:lastModifiedBy>
  <cp:revision>1</cp:revision>
  <dcterms:created xsi:type="dcterms:W3CDTF">2026-08-31T02:17:16Z</dcterms:created>
  <dcterms:modified xsi:type="dcterms:W3CDTF">2026-08-31T02:17:32Z</dcterms:modified>
</cp:coreProperties>
</file>